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8107961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5715000" cy="762000"/>
          <a:chOff x="0" y="0"/>
          <a:chExt cx="5715000" cy="762000"/>
        </a:xfrm>
      </p:grpSpPr>
      <p:sp>
        <p:nvSpPr>
          <p:cNvPr id="1" name=""/>
          <p:cNvSpPr txBox="1"/>
          <p:nvPr/>
        </p:nvSpPr>
        <p:spPr>
          <a:xfrm>
            <a:off x="0" y="0"/>
            <a:ext cx="571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حصيلة سنة 2018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5715000" cy="762000"/>
          <a:chOff x="0" y="0"/>
          <a:chExt cx="5715000" cy="762000"/>
        </a:xfrm>
      </p:grpSpPr>
      <p:sp>
        <p:nvSpPr>
          <p:cNvPr id="1" name=""/>
          <p:cNvSpPr txBox="1"/>
          <p:nvPr/>
        </p:nvSpPr>
        <p:spPr>
          <a:xfrm>
            <a:off x="0" y="0"/>
            <a:ext cx="571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عدد رخص البناء المسلمة 990]]></a:t>
            </a:r>
          </a:p>
        </p:txBody>
      </p:sp>
      <p:graphicFrame>
        <p:nvGraphicFramePr>
          <p:cNvPr id="2" name="" descr=""/>
          <p:cNvGraphicFramePr>
            <a:graphicFrameLocks noGrp="1"/>
          </p:cNvGraphicFramePr>
          <p:nvPr/>
        </p:nvGraphicFramePr>
        <p:xfrm>
          <a:off x="0" y="0"/>
          <a:ext cx="5715000" cy="0"/>
        </p:xfrm>
        <a:graphic>
          <a:graphicData uri="http://schemas.openxmlformats.org/drawingml/2006/table">
            <a:tbl>
              <a:tblPr firstRow="1" bandRow="1"/>
              <a:tblGrid>
                <a:gridCol w="2857500"/>
                <a:gridCol w="285750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مشاريع التجهيزات العمومية]]>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9]]>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heme72">
  <a:themeElements>
    <a:clrScheme name="Theme7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2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2026-10-15T11:22:24Z</dcterms:created>
  <dcterms:modified xsi:type="dcterms:W3CDTF">2026-10-15T11:22:24Z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